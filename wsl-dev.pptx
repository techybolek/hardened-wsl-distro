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58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7A642-8FC3-24C0-EA99-8622BB56F8E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05500" y="6365240"/>
            <a:ext cx="4127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m50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8229600" y="4114800"/>
            <a:ext cx="3657600" cy="2441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1737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SECURITY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YOLO Mode</a:t>
            </a:r>
            <a:endParaRPr lang="en-US" sz="6200" dirty="0"/>
          </a:p>
        </p:txBody>
      </p:sp>
      <p:sp>
        <p:nvSpPr>
          <p:cNvPr id="7" name="Shape 4"/>
          <p:cNvSpPr/>
          <p:nvPr/>
        </p:nvSpPr>
        <p:spPr>
          <a:xfrm>
            <a:off x="502920" y="4069080"/>
            <a:ext cx="7315200" cy="2057400"/>
          </a:xfrm>
          <a:prstGeom prst="roundRect">
            <a:avLst>
              <a:gd name="adj" fmla="val 3556"/>
            </a:avLst>
          </a:prstGeom>
          <a:solidFill>
            <a:srgbClr val="0E134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224528"/>
            <a:ext cx="6812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Agreed: --dangerously-skip-permissions with no guardrails is off the table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weighed — Sandbox · Docker · Dedicated VM · WSL-2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a hardened but developer-friendly, throwaway WSL-2 distro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full YOLO productivity, blast radius shrunk to a disposable Linux box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63825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trust the agent — contain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5088636" cy="3611880"/>
          </a:xfrm>
          <a:prstGeom prst="roundRect">
            <a:avLst>
              <a:gd name="adj" fmla="val 2025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war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30552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16712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0A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292608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compromised Claude tries to steal credentials and fetch malicious payloads.”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88720" y="4389120"/>
            <a:ext cx="4357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7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5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blast radius to almost nothing.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77356" y="1783080"/>
            <a:ext cx="5088636" cy="3611880"/>
          </a:xfrm>
          <a:prstGeom prst="roundRect">
            <a:avLst>
              <a:gd name="adj" fmla="val 2025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assets/cub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130552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28916" y="216712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MOVE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43116" y="292608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its own disposable, locked-down Linux environment.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43116" y="411480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 from where my real credentials and personal data live — so a rogue agent can't reach anything that matters.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WSL2 actually runs on Windows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4997196" cy="1691640"/>
          </a:xfrm>
          <a:prstGeom prst="roundRect">
            <a:avLst>
              <a:gd name="adj" fmla="val 3243"/>
            </a:avLst>
          </a:prstGeom>
          <a:solidFill>
            <a:srgbClr val="3A1E7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PARTITION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86584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Windows itself — the privileged host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3076" y="1783080"/>
            <a:ext cx="4997196" cy="1691640"/>
          </a:xfrm>
          <a:prstGeom prst="roundRect">
            <a:avLst>
              <a:gd name="adj" fmla="val 3243"/>
            </a:avLst>
          </a:prstGeom>
          <a:solidFill>
            <a:srgbClr val="0E1340"/>
          </a:solidFill>
          <a:ln w="19050">
            <a:solidFill>
              <a:srgbClr val="7A1E8A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97396" y="19659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 PARTITION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7396" y="235000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lightweight utility VM, running a real Microsoft-built Linux kernel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97396" y="2953512"/>
            <a:ext cx="1452372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8E7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7396" y="2953512"/>
            <a:ext cx="145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5488" y="2953512"/>
            <a:ext cx="1452372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8E7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95488" y="2953512"/>
            <a:ext cx="145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" y="3730752"/>
            <a:ext cx="10451592" cy="640080"/>
          </a:xfrm>
          <a:prstGeom prst="roundRect">
            <a:avLst>
              <a:gd name="adj" fmla="val 7143"/>
            </a:avLst>
          </a:prstGeom>
          <a:solidFill>
            <a:srgbClr val="7A1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730752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Hyper-V hypervisor</a:t>
            </a: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(type-1 — boots BEFORE Windows, owns the CPU)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535424"/>
            <a:ext cx="10451592" cy="566928"/>
          </a:xfrm>
          <a:prstGeom prst="roundRect">
            <a:avLst>
              <a:gd name="adj" fmla="val 8065"/>
            </a:avLst>
          </a:prstGeom>
          <a:solidFill>
            <a:srgbClr val="2A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535424"/>
            <a:ext cx="8897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hardware virtualization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—  Intel VT-x / AMD-V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5792" y="45354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9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silicon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itself is a VM. All your distros live inside that single utility VM — Linux namespaces over one shared kernel, each its own .vhdx.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WSL-2 distros — one purpose each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10451592" cy="3657600"/>
          </a:xfrm>
          <a:prstGeom prst="roundRect">
            <a:avLst>
              <a:gd name="adj" fmla="val 1500"/>
            </a:avLst>
          </a:prstGeom>
          <a:solidFill>
            <a:srgbClr val="F7F5FB"/>
          </a:solidFill>
          <a:ln w="12700">
            <a:solidFill>
              <a:srgbClr val="E4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20299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0E13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window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210312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18488" y="20482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HOST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34440" y="2697480"/>
            <a:ext cx="4654296" cy="2560320"/>
          </a:xfrm>
          <a:prstGeom prst="roundRect">
            <a:avLst>
              <a:gd name="adj" fmla="val 2143"/>
            </a:avLst>
          </a:prstGeom>
          <a:solidFill>
            <a:srgbClr val="3A1E7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assets/ubuntu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472" y="29169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84248" y="291693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Ubuntu-1  ·  primary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27048" y="3410712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D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work creds, cloud CLIs, daily driver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here too — but NEVER in YOLO mode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permission-prompted sessions only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00216" y="2697480"/>
            <a:ext cx="4654296" cy="2560320"/>
          </a:xfrm>
          <a:prstGeom prst="roundRect">
            <a:avLst>
              <a:gd name="adj" fmla="val 2143"/>
            </a:avLst>
          </a:prstGeom>
          <a:solidFill>
            <a:srgbClr val="0E1340"/>
          </a:solidFill>
          <a:ln w="28575">
            <a:solidFill>
              <a:srgbClr val="E10A17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ubuntu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91693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50024" y="291693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Ubuntu-2  ·  wsl-dev  ·  the sandbox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592824" y="3374136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E10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592824" y="33741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 RUNS HERE ONLY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611112" y="3813048"/>
            <a:ext cx="4050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firewall — default DROP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 to Windows files / processes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Docker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that can't escalate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worth stealing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68680" y="571500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is the deliverable — </a:t>
            </a:r>
            <a:r>
              <a:rPr lang="en-US" sz="15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scripted, rebuildable, snapshotted.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 ·  /etc/wsl.conf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bridge to the Windows host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escape routes to Windows — both closed: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377440"/>
            <a:ext cx="10451592" cy="841248"/>
          </a:xfrm>
          <a:prstGeom prst="roundRect">
            <a:avLst>
              <a:gd name="adj" fmla="val 7609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" y="2542032"/>
            <a:ext cx="3246120" cy="512064"/>
          </a:xfrm>
          <a:prstGeom prst="roundRect">
            <a:avLst>
              <a:gd name="adj" fmla="val 8929"/>
            </a:avLst>
          </a:prstGeom>
          <a:solidFill>
            <a:srgbClr val="141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25420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A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automount = false</a:t>
            </a:r>
            <a:endParaRPr lang="en-US" sz="1350" dirty="0"/>
          </a:p>
        </p:txBody>
      </p:sp>
      <p:pic>
        <p:nvPicPr>
          <p:cNvPr id="12" name="Image 0" descr="/home/claude/assets/ba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060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2377440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/mnt/c — Linux can't browse Windows files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68680" y="3383280"/>
            <a:ext cx="10451592" cy="841248"/>
          </a:xfrm>
          <a:prstGeom prst="roundRect">
            <a:avLst>
              <a:gd name="adj" fmla="val 7609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69848" y="3547872"/>
            <a:ext cx="3246120" cy="512064"/>
          </a:xfrm>
          <a:prstGeom prst="roundRect">
            <a:avLst>
              <a:gd name="adj" fmla="val 8929"/>
            </a:avLst>
          </a:prstGeom>
          <a:solidFill>
            <a:srgbClr val="141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69848" y="354787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A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interop = false</a:t>
            </a:r>
            <a:endParaRPr lang="en-US" sz="1350" dirty="0"/>
          </a:p>
        </p:txBody>
      </p:sp>
      <p:pic>
        <p:nvPicPr>
          <p:cNvPr id="17" name="Image 1" descr="/home/claude/assets/ba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1188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3383280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launch powershell.exe, notepad.exe, any Windows binary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868680" y="4389120"/>
            <a:ext cx="10451592" cy="841248"/>
          </a:xfrm>
          <a:prstGeom prst="roundRect">
            <a:avLst>
              <a:gd name="adj" fmla="val 7609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069848" y="4553712"/>
            <a:ext cx="3246120" cy="512064"/>
          </a:xfrm>
          <a:prstGeom prst="roundRect">
            <a:avLst>
              <a:gd name="adj" fmla="val 8929"/>
            </a:avLst>
          </a:prstGeom>
          <a:solidFill>
            <a:srgbClr val="141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069848" y="455371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A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appendWindowsPath = false</a:t>
            </a:r>
            <a:endParaRPr lang="en-US" sz="1350" dirty="0"/>
          </a:p>
        </p:txBody>
      </p:sp>
      <p:pic>
        <p:nvPicPr>
          <p:cNvPr id="22" name="Image 2" descr="/home/claude/assets/ba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1772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4389120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PATH is not inherited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68680" y="5431536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lives in Linux — </a:t>
            </a:r>
            <a:r>
              <a:rPr lang="en-US" sz="1550" b="1" dirty="0">
                <a:solidFill>
                  <a:srgbClr val="7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stays in Linux.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 Outbound Firewall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outbound firewall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0E13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fir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193852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737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policy: DROP everything outbound — then allow a small, curated list.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88036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0083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10A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60120" y="35935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hand-curated entries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(75 domains + ~13 IPs/CIDRs)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86200" y="288036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30083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10A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1,000s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977640" y="35935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CIDRs expanded &amp; rebuilt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on every boot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2976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entries delegate to providers' official ranges — GitHub, AWS, Google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domains include api.anthropic.com, npm, PyPI, apt mirrors, VS Code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on the resulting list simply times out – very annoying, it is what it is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03720" y="1737360"/>
            <a:ext cx="4416552" cy="4069080"/>
          </a:xfrm>
          <a:prstGeom prst="roundRect">
            <a:avLst>
              <a:gd name="adj" fmla="val 1798"/>
            </a:avLst>
          </a:prstGeom>
          <a:solidFill>
            <a:srgbClr val="14162C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78040" y="18745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7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78040" y="2212848"/>
            <a:ext cx="3867912" cy="0"/>
          </a:xfrm>
          <a:prstGeom prst="line">
            <a:avLst/>
          </a:prstGeom>
          <a:noFill/>
          <a:ln w="12700">
            <a:solidFill>
              <a:srgbClr val="2E2C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178040" y="2423160"/>
            <a:ext cx="3867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https://api.github.com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succeeds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https://www.google.com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⛔ times out — not on the list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178040" y="46177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9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is tricked into “send these secrets to evil-site.com”, the packets never leave the machine.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· DETAIL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an allow-list is hard to get right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10634472" cy="822960"/>
          </a:xfrm>
          <a:prstGeom prst="roundRect">
            <a:avLst>
              <a:gd name="adj" fmla="val 5556"/>
            </a:avLst>
          </a:prstGeom>
          <a:solidFill>
            <a:srgbClr val="FA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78408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n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9659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firewall sees IPs, not domains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852160" y="176479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at layer 3 (iptables / ipset). A name like stackoverflow.com only becomes a rule after it resolves to an IP — the name is invisible.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8408" y="2697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assets/clo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28346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services have no fixed IP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852160" y="263347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hostname answers from many addresses that change constantly — the IP you resolved and whitelisted is a moving target.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77240" y="3429000"/>
            <a:ext cx="10634472" cy="822960"/>
          </a:xfrm>
          <a:prstGeom prst="roundRect">
            <a:avLst>
              <a:gd name="adj" fmla="val 5556"/>
            </a:avLst>
          </a:prstGeom>
          <a:solidFill>
            <a:srgbClr val="FA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78408" y="35661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assets/lis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7033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CIDR range doesn't always save you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852160" y="350215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a neighbouring block works only if the service stays put. Some (e.g. Stripe) answer from completely different networks.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78408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assets/check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5720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fix: don't guess IPs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852160" y="437083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providers' own published ranges — GitHub /meta, AWS ip-ranges.json, Google goog.json — fresh on every boot.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5166360"/>
            <a:ext cx="10634472" cy="822960"/>
          </a:xfrm>
          <a:prstGeom prst="roundRect">
            <a:avLst>
              <a:gd name="adj" fmla="val 5556"/>
            </a:avLst>
          </a:prstGeom>
          <a:solidFill>
            <a:srgbClr val="FA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978408" y="53035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assets/warn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54406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annoyance: it just hangs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852160" y="523951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host doesn't prompt like sandbox mode — Claude just hangs. Spot the hang, add the host, reload (no reboot).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Rootless Docker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0E1340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dock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286000"/>
            <a:ext cx="1371600" cy="137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22860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dock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2441448"/>
            <a:ext cx="1060704" cy="10607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9776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D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real work — kept fully inside the sandbox.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434840" y="1828800"/>
            <a:ext cx="6885432" cy="1078992"/>
          </a:xfrm>
          <a:prstGeom prst="roundRect">
            <a:avLst>
              <a:gd name="adj" fmla="val 5932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13969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1993392"/>
            <a:ext cx="565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daemon runs as my unprivileged user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394960" y="2395728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root — the way Docker traditionally runs.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434840" y="3108960"/>
            <a:ext cx="6885432" cy="1078992"/>
          </a:xfrm>
          <a:prstGeom prst="roundRect">
            <a:avLst>
              <a:gd name="adj" fmla="val 5932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assets/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1985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273552"/>
            <a:ext cx="565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Docker Desktop, no Windows-side daemon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394960" y="3675888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engine lives inside the sandbox.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434840" y="4389120"/>
            <a:ext cx="6885432" cy="1078992"/>
          </a:xfrm>
          <a:prstGeom prst="roundRect">
            <a:avLst>
              <a:gd name="adj" fmla="val 5932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assets/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70001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4553712"/>
            <a:ext cx="565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container breakout lands powerless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5394960" y="4956048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hits a nobody account, not root — nothing worth stealing.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  ·  LEAST PRIVILEGE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account itself is boxed 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5088636" cy="3657600"/>
          </a:xfrm>
          <a:prstGeom prst="roundRect">
            <a:avLst>
              <a:gd name="adj" fmla="val 2000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assets/userlo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756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093976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CAN'T ESCALATE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2697480"/>
            <a:ext cx="43571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passwordless sudo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prompts for a password the agent doesn't have — a hijacked Claude can't run sudo iptables -F.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 to root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is out of reach.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deliberate exception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harmless umount is passwordless — plumbing, nothing more.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77356" y="1783080"/>
            <a:ext cx="5088636" cy="3657600"/>
          </a:xfrm>
          <a:prstGeom prst="roundRect">
            <a:avLst>
              <a:gd name="adj" fmla="val 2000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assets/key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07568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7476" y="2093976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OWNS NOTHING VALUABLE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43116" y="2697480"/>
            <a:ext cx="43571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credentials at all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 logins stay in the primary distro.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GitHub token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Reasonably scoped, and auto-expires every 30 days.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Passphrase-protected SSH keys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5E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key file can't be used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Disposable by design — snapshot + blueprint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back to a known-good state — both part of the security model: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5042916" cy="3108960"/>
          </a:xfrm>
          <a:prstGeom prst="roundRect">
            <a:avLst>
              <a:gd name="adj" fmla="val 2647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5042916" cy="868680"/>
          </a:xfrm>
          <a:prstGeom prst="roundRect">
            <a:avLst>
              <a:gd name="adj" fmla="val 9474"/>
            </a:avLst>
          </a:prstGeom>
          <a:solidFill>
            <a:srgbClr val="7A1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788920"/>
            <a:ext cx="5042916" cy="411480"/>
          </a:xfrm>
          <a:prstGeom prst="rect">
            <a:avLst/>
          </a:prstGeom>
          <a:solidFill>
            <a:srgbClr val="7A1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34440" y="25328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cam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265176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74520" y="2331720"/>
            <a:ext cx="38541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restore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34440" y="4206240"/>
            <a:ext cx="43113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distro is exported to a single .vhdx file. Something looks off? Throw it away, re-import the snapshot, back to pristine.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7356" y="2331720"/>
            <a:ext cx="5042916" cy="3108960"/>
          </a:xfrm>
          <a:prstGeom prst="roundRect">
            <a:avLst>
              <a:gd name="adj" fmla="val 2647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77356" y="2331720"/>
            <a:ext cx="5042916" cy="868680"/>
          </a:xfrm>
          <a:prstGeom prst="roundRect">
            <a:avLst>
              <a:gd name="adj" fmla="val 9474"/>
            </a:avLst>
          </a:prstGeom>
          <a:solidFill>
            <a:srgbClr val="3A1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77356" y="2788920"/>
            <a:ext cx="5042916" cy="411480"/>
          </a:xfrm>
          <a:prstGeom prst="rect">
            <a:avLst/>
          </a:prstGeom>
          <a:solidFill>
            <a:srgbClr val="3A1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643116" y="25328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/home/claude/assets/redo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88" y="265176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83196" y="2331720"/>
            <a:ext cx="38541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Blueprint rebuild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643116" y="4206240"/>
            <a:ext cx="43113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— setup-dev-distro.ps1 -Mode Fresh — recreates the whole thing from scratch: hardening, firewall, toolchain. No snapshot required.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it's still a pleasant place to 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482803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A0E2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hardening is invisible day-to-day: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5042916" cy="1508760"/>
          </a:xfrm>
          <a:prstGeom prst="roundRect">
            <a:avLst>
              <a:gd name="adj" fmla="val 4848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2596896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assets/cod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825496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0" y="2578608"/>
            <a:ext cx="3351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86000" y="3035808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IDE via Remote-SSH — auto-wakes the distro on connect.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77356" y="2286000"/>
            <a:ext cx="5042916" cy="1508760"/>
          </a:xfrm>
          <a:prstGeom prst="roundRect">
            <a:avLst>
              <a:gd name="adj" fmla="val 4848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97396" y="2596896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assets/tool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996" y="2825496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94676" y="2578608"/>
            <a:ext cx="3351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the tools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694676" y="3035808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git, gh, Node, Python, bun — preinstalled and working.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68680" y="4023360"/>
            <a:ext cx="5042916" cy="1508760"/>
          </a:xfrm>
          <a:prstGeom prst="roundRect">
            <a:avLst>
              <a:gd name="adj" fmla="val 4848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188720" y="4334256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assets/vo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562856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86000" y="4315968"/>
            <a:ext cx="3351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notifications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286000" y="4773168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pings me through Windows speakers when it needs me or finishes.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277356" y="4023360"/>
            <a:ext cx="5042916" cy="1508760"/>
          </a:xfrm>
          <a:prstGeom prst="roundRect">
            <a:avLst>
              <a:gd name="adj" fmla="val 4848"/>
            </a:avLst>
          </a:prstGeom>
          <a:solidFill>
            <a:srgbClr val="F4F1F8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597396" y="4334256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0E2E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/home/claude/assets/bol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996" y="4562856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94676" y="4315968"/>
            <a:ext cx="3351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694676" y="4773168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Near-native Linux performance — no VM overhead.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3840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75720" y="6364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364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CGI Inc.   ·  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 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88136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af293e6-3850-4258-b2c7-0aa0e3bfa7d9}" enabled="1" method="Privileged" siteId="{b9fec68c-c92d-461e-9a97-3d03a0f18b8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1123</Words>
  <Application>Microsoft Office PowerPoint</Application>
  <PresentationFormat>Widescreen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YOLO Mode</dc:title>
  <dc:subject>PptxGenJS Presentation</dc:subject>
  <dc:creator>Thomas — CGI</dc:creator>
  <cp:lastModifiedBy>Romanowski, Tomasz</cp:lastModifiedBy>
  <cp:revision>3</cp:revision>
  <dcterms:created xsi:type="dcterms:W3CDTF">2026-06-12T02:21:14Z</dcterms:created>
  <dcterms:modified xsi:type="dcterms:W3CDTF">2026-06-12T12:38:37Z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